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2E7D32"/>
                </a:solidFill>
              </a:rPr>
              <a:t>Kisan Bazaar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000"/>
              <a:t>A Flutter marketplace connecting farmers and buyers</a:t>
            </a:r>
          </a:p>
          <a:p>
            <a:pPr>
              <a:spcAft>
                <a:spcPts val="1000"/>
              </a:spcAft>
            </a:pPr>
            <a:r>
              <a:rPr sz="2000"/>
              <a:t>Browse → Search → Cart → Checkout → Orders</a:t>
            </a:r>
          </a:p>
          <a:p>
            <a:pPr>
              <a:spcAft>
                <a:spcPts val="1000"/>
              </a:spcAft>
            </a:pPr>
            <a:r>
              <a:rPr sz="2000"/>
              <a:t>Flutter + Provider + SharedPreferences + JSON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2E7D32"/>
                </a:solidFill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000"/>
              <a:t>Multiple middlemen cut farmer margins</a:t>
            </a:r>
          </a:p>
          <a:p>
            <a:pPr>
              <a:spcAft>
                <a:spcPts val="1000"/>
              </a:spcAft>
            </a:pPr>
            <a:r>
              <a:rPr sz="2000"/>
              <a:t>Buyers struggle to discover local produce</a:t>
            </a:r>
          </a:p>
          <a:p>
            <a:pPr>
              <a:spcAft>
                <a:spcPts val="1000"/>
              </a:spcAft>
            </a:pPr>
            <a:r>
              <a:rPr sz="2000"/>
              <a:t>Low price transparency, fragmented information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2E7D32"/>
                </a:solidFill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000"/>
              <a:t>Mobile-first marketplace for vegetables, fruits, grains, dairy</a:t>
            </a:r>
          </a:p>
          <a:p>
            <a:pPr>
              <a:spcAft>
                <a:spcPts val="1000"/>
              </a:spcAft>
            </a:pPr>
            <a:r>
              <a:rPr sz="2000"/>
              <a:t>Categorised catalogue with keyword search</a:t>
            </a:r>
          </a:p>
          <a:p>
            <a:pPr>
              <a:spcAft>
                <a:spcPts val="1000"/>
              </a:spcAft>
            </a:pPr>
            <a:r>
              <a:rPr sz="2000"/>
              <a:t>Cart with live price calculation and order history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2E7D32"/>
                </a:solidFill>
              </a:rPr>
              <a:t>User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000"/>
              <a:t>Splash → Login/Register → Home</a:t>
            </a:r>
          </a:p>
          <a:p>
            <a:pPr>
              <a:spcAft>
                <a:spcPts val="1000"/>
              </a:spcAft>
            </a:pPr>
            <a:r>
              <a:rPr sz="2000"/>
              <a:t>Search / Categories → Product List → Product Details</a:t>
            </a:r>
          </a:p>
          <a:p>
            <a:pPr>
              <a:spcAft>
                <a:spcPts val="1000"/>
              </a:spcAft>
            </a:pPr>
            <a:r>
              <a:rPr sz="2000"/>
              <a:t>Add to Cart → Checkout → Orders → Profile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2E7D32"/>
                </a:solidFill>
              </a:rPr>
              <a:t>Team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000"/>
              <a:t>1 · Authentication — Splash, Login, Register, Logout</a:t>
            </a:r>
          </a:p>
          <a:p>
            <a:pPr>
              <a:spcAft>
                <a:spcPts val="1000"/>
              </a:spcAft>
            </a:pPr>
            <a:r>
              <a:rPr sz="2000"/>
              <a:t>2 · Home — Dashboard, Search, Categories, Bottom Nav</a:t>
            </a:r>
          </a:p>
          <a:p>
            <a:pPr>
              <a:spcAft>
                <a:spcPts val="1000"/>
              </a:spcAft>
            </a:pPr>
            <a:r>
              <a:rPr sz="2000"/>
              <a:t>3 · Products — List, Details, JSON, Product Model</a:t>
            </a:r>
          </a:p>
          <a:p>
            <a:pPr>
              <a:spcAft>
                <a:spcPts val="1000"/>
              </a:spcAft>
            </a:pPr>
            <a:r>
              <a:rPr sz="2000"/>
              <a:t>4 · Cart &amp; Orders — Cart, Checkout, Orders (Provider)</a:t>
            </a:r>
          </a:p>
          <a:p>
            <a:pPr>
              <a:spcAft>
                <a:spcPts val="1000"/>
              </a:spcAft>
            </a:pPr>
            <a:r>
              <a:rPr sz="2000"/>
              <a:t>5 · Profile &amp; Integration — Profile, Theme, Git, Testing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2E7D32"/>
                </a:solidFill>
              </a:rPr>
              <a:t>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000"/>
              <a:t>Manual matrix — 13/13 test cases Pass</a:t>
            </a:r>
          </a:p>
          <a:p>
            <a:pPr>
              <a:spcAft>
                <a:spcPts val="1000"/>
              </a:spcAft>
            </a:pPr>
            <a:r>
              <a:rPr sz="2000"/>
              <a:t>flutter analyze — no issues</a:t>
            </a:r>
          </a:p>
          <a:p>
            <a:pPr>
              <a:spcAft>
                <a:spcPts val="1000"/>
              </a:spcAft>
            </a:pPr>
            <a:r>
              <a:rPr sz="2000"/>
              <a:t>Widget + unit tests — all passing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2E7D32"/>
                </a:solidFill>
              </a:rP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000"/>
              <a:t>Farmer dashboard &amp; real-time inventory</a:t>
            </a:r>
          </a:p>
          <a:p>
            <a:pPr>
              <a:spcAft>
                <a:spcPts val="1000"/>
              </a:spcAft>
            </a:pPr>
            <a:r>
              <a:rPr sz="2000"/>
              <a:t>REST API backend + payments</a:t>
            </a:r>
          </a:p>
          <a:p>
            <a:pPr>
              <a:spcAft>
                <a:spcPts val="1000"/>
              </a:spcAft>
            </a:pPr>
            <a:r>
              <a:rPr sz="2000"/>
              <a:t>Reviews, multilingual, Google Maps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2E7D32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000"/>
              <a:t>Questions welcome</a:t>
            </a:r>
          </a:p>
          <a:p>
            <a:pPr>
              <a:spcAft>
                <a:spcPts val="1000"/>
              </a:spcAft>
            </a:pPr>
            <a:r>
              <a:rPr sz="2000"/>
              <a:t>Kisan Bazaar Team — GLA University, Mathura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